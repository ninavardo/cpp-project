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51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619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ფიტნეს კლუბის წევრობის მართვის სისტემა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57760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JavaFX-ზე დაფუძნებული დესკტოპ-აპლიკაცია, რომელიც შექმნილია ფიტნეს კლუბებისთვის წევრების მონაცემების მართვის გასამარტივებლად — აერთიანებს სუფთა GUI-ს, მძლავრ მონაცემთა ბაზის ინტეგრაციას და OOP-ის მყარ არქიტექტურას.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856062"/>
            <a:ext cx="595908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010174" y="3898553"/>
            <a:ext cx="8829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91869" y="3851300"/>
            <a:ext cx="4830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681686" y="3898553"/>
            <a:ext cx="7606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JDBC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145807" y="3851300"/>
            <a:ext cx="86610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235625" y="3898553"/>
            <a:ext cx="11436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82754" y="3851300"/>
            <a:ext cx="42535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172572" y="3898553"/>
            <a:ext cx="7029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</a:t>
            </a:r>
            <a:endParaRPr lang="en-US" sz="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BCC69-5FCA-191C-BEA3-21697D4CBD2A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4285"/>
            <a:ext cx="204638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პროექტის მიმოხილვა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0912" y="561901"/>
            <a:ext cx="391373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რას აკეთებს ეს სისტემა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1135112"/>
            <a:ext cx="4872782" cy="276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8579" y="1726927"/>
            <a:ext cx="2499122" cy="1577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ეს პროექტი არის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პრაქტიკული ბიზნეს აპლიკაცია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რომელიც JavaFX-ით არის შექმნილი და ფიტნეს კლუბის წევრობების მართვას ინტუიციური ინტერფეისის მეშვეობით უზრუნველყოფს. ის მოიცავს წევრების მართვის სრულ ციკლს — რეგისტრაციიდან და გადახდების კონტროლიდან სტატუსის მონიტორინგამდე და მონაცემების მოძიებამდე.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35" y="4094411"/>
            <a:ext cx="166092" cy="166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0779" y="409098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წევრების მართვა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10779" y="4315867"/>
            <a:ext cx="211536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წევრების ჩანაწერების დამატება, რედაქტირება და წაშლა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5794" y="4094411"/>
            <a:ext cx="166092" cy="166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94137" y="4090988"/>
            <a:ext cx="174895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გადახდების კონტროლი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694137" y="4315867"/>
            <a:ext cx="2115443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გადასახადების მონიტორინგი და ვადაგასული სტატუსების ავტომატური აღმოჩენა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9227" y="4094411"/>
            <a:ext cx="166092" cy="1660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7570" y="409098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სწრაფი ძებნა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277570" y="4315867"/>
            <a:ext cx="211544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ნებისმიერი წევრის პოვნა ცოცხალი ძებნის ფილტრით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E7F474-122E-BD41-F2CD-90D768AB9AA6}"/>
              </a:ext>
            </a:extLst>
          </p:cNvPr>
          <p:cNvSpPr/>
          <p:nvPr/>
        </p:nvSpPr>
        <p:spPr>
          <a:xfrm>
            <a:off x="7983940" y="4797188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1996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არქიტექტურა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349" y="624260"/>
            <a:ext cx="7041207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OOP დიზაინი და კლასების სტრუქტურა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349" y="1213321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სისტემა აგებულია </a:t>
            </a: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ობიექტზე ორიენტირებული პროგრამირების პრინციპებზე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მკაფიო კლასების იერარქიით, რომელიც ხელს უწყობს ხელახალ გამოყენებას და კოდის სუფთა ორგანიზებას.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1750516"/>
            <a:ext cx="4054376" cy="1550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6533" y="1860352"/>
            <a:ext cx="196007" cy="1960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2307" y="22772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02307" y="2553667"/>
            <a:ext cx="376445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საბაზო კლასი, რომელიც ინახავს წევრის ძირითად მონაცემებს: სახელს, ID-ს, საკონტაქტო ინფორმაციას და წევრობის დეტალებს.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2201" y="1750516"/>
            <a:ext cx="4054450" cy="15506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1386" y="1860352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77160" y="22772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PremiumMember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777160" y="2553667"/>
            <a:ext cx="37645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-ს მემკვიდრეობით აფართოებს, ამატებს პრემიუმ-დონის ველებსა და სარგებელს.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349" y="3421633"/>
            <a:ext cx="4054376" cy="1349797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6533" y="3531468"/>
            <a:ext cx="196007" cy="1960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2307" y="394841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602307" y="4224784"/>
            <a:ext cx="376445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მართავს ტრანზაქციების ჩანაწერებს, გადახდილ თანხებს და გადახდის თარიღებს.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201" y="3421633"/>
            <a:ext cx="4054450" cy="1349797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1386" y="3531468"/>
            <a:ext cx="196007" cy="19600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777160" y="3948410"/>
            <a:ext cx="16801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DatabaseConnection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4777160" y="4224784"/>
            <a:ext cx="37645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ამუშავებს JDBC კავშირს SQL Server-თან და აერთიანებს მონაცემებზე წვდომის მთელ ლოგიკას.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DF1BFB-74E8-C3BF-A44E-9731E6681638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90736"/>
            <a:ext cx="163093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ძირითადი ფუნქცია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62298" y="460474"/>
            <a:ext cx="5256684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ოპერაციების სრული მხარდაჭერა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137" y="842739"/>
            <a:ext cx="3571726" cy="35716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3055" y="1409622"/>
            <a:ext cx="1150857" cy="18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შექმნა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3055" y="1641519"/>
            <a:ext cx="1150857" cy="47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დაამატეთ ახალი წევრის ჩანაწერები მონაცემთა ბაზაში.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66262" y="1409622"/>
            <a:ext cx="1150857" cy="18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წაკითხვა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66262" y="1641519"/>
            <a:ext cx="1150857" cy="478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წევრის ინფორმაციის სწრაფად ნახვა და ძიება.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33155" y="3082949"/>
            <a:ext cx="1150857" cy="18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განახლება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33155" y="3314846"/>
            <a:ext cx="1150857" cy="59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არსებული წევრის მონაცემების რედაქტირება და ცვლილებების შენახვა.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66262" y="3202509"/>
            <a:ext cx="1150857" cy="180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წაშლა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66262" y="3434405"/>
            <a:ext cx="1150857" cy="35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წევრის ჩანაწერის მონაცემთა ბაზიდან ამოღება.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62298" y="4483075"/>
            <a:ext cx="641940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თითოეული წევრის ჩანაწერის შექმნა, ნახვა, განახლება ან წაშლა შესაძლებელია პირდაპირ აპლიკაციის ინტერფეისიდან. ყველა ცვლილება მყისიერად ინახება SQL Server მონაცემთა ბაზაში JDBC-ის მეშვეობით, რაც უზრუნველყოფს მონაცემთა თანმიმდევრულობას ნებისმიერ დროს.</a:t>
            </a:r>
            <a:endParaRPr lang="en-US" sz="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D5760-584F-7864-C706-06F17B1A5AF7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5A0F8D1-4D45-B257-FCBC-5638F56181DE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0"/>
          <p:cNvSpPr/>
          <p:nvPr/>
        </p:nvSpPr>
        <p:spPr>
          <a:xfrm>
            <a:off x="750912" y="317674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მონაცემთა ფენა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0912" y="525289"/>
            <a:ext cx="61769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მონაცემთა ბაზისა და JDBC ინტეგრაცია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50912" y="1801490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როგორ მუშაობს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0912" y="2060972"/>
            <a:ext cx="2499122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აპლიკაცია უკავშირდება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-ს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JDBC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-ის მეშვეობით და რეალურ დროში ასრულებს მოთხოვნებს წევრის მონაცემების წასაკითხად და ჩასაწერად. </a:t>
            </a: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DatabaseConnection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კლასი აერთიანებს ყველა კავშირის ლოგიკას, რის შედეგადაც UI ფენა სუფთა და ფოკუსირებული რჩება.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920" y="1098500"/>
            <a:ext cx="4872782" cy="27612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0912" y="4054376"/>
            <a:ext cx="2489671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6403" y="416986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6403" y="4394746"/>
            <a:ext cx="225869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საიმედო, საწარმოო დონის მონაცემთა საცავი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27053" y="4054376"/>
            <a:ext cx="2489746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442543" y="416986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JDBC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42543" y="4394746"/>
            <a:ext cx="225876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Java-ის სტანდარტული მონაცემთა ბაზასთან კავშირის API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03268" y="4054376"/>
            <a:ext cx="2489671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018758" y="416986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SSMS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18758" y="4394746"/>
            <a:ext cx="225869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გამოიყენება სქემის დიზაინისა და გამართვისთვის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42677"/>
            <a:ext cx="271068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მომხმარებლის ინტერფეისი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26393" y="574849"/>
            <a:ext cx="5311899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TableView და საძიებო ფუნქცია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426393" y="1112565"/>
            <a:ext cx="2378794" cy="2063576"/>
          </a:xfrm>
          <a:prstGeom prst="roundRect">
            <a:avLst>
              <a:gd name="adj" fmla="val 24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552971" y="1239143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430" y="1339602"/>
            <a:ext cx="164455" cy="1644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2971" y="170921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TableView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52971" y="1962373"/>
            <a:ext cx="2125638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ყველა წევრი ნაჩვენებია სტრუქტურირებულ, გადახვევად ცხრილში, დალაგებადი სვეტებით, რაც მონაცემების მიმოხილვას ამარტივებს.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909813" y="1112565"/>
            <a:ext cx="2378794" cy="2063576"/>
          </a:xfrm>
          <a:prstGeom prst="roundRect">
            <a:avLst>
              <a:gd name="adj" fmla="val 24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3036391" y="1239143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6850" y="1339602"/>
            <a:ext cx="164455" cy="1644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6391" y="170921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ცოცხალი ძიება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036391" y="1962373"/>
            <a:ext cx="2125638" cy="108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ჩაშენებული საძიებო ფილტრი თანამშრომლებს საშუალებას აძლევს მყისიერად მოიძიონ ნებისმიერი წევრი სახელით, ID-ით ან სტატუსით — ხელით გადახვევის გარეშე.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26393" y="3280767"/>
            <a:ext cx="4862215" cy="1519982"/>
          </a:xfrm>
          <a:prstGeom prst="roundRect">
            <a:avLst>
              <a:gd name="adj" fmla="val 336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552971" y="3407346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430" y="3507804"/>
            <a:ext cx="164455" cy="1644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2971" y="3877419"/>
            <a:ext cx="263396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სტატუსის ავტომატური ამოცნობა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52971" y="4130576"/>
            <a:ext cx="460905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სისტემა ავტომატურად აღნიშნავს წევრებს როგორც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აქტიური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ან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ვადაგასული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გადახდის ჩანაწერების მიხედვით, რაც ამცირებს ხელით ზედამხედველობას.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8882"/>
            <a:ext cx="204132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ტექნოლოგიური სტეკი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7336" y="541586"/>
            <a:ext cx="483483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გამოყენებული ტექნოლოგიები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9071" y="1840706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ერთიანი სტეკი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09071" y="2093268"/>
            <a:ext cx="3612207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თითოეულ ტექნოლოგიას თავისი მკაფიო როლი აქვს — JavaFX უზრუნველყოფს ინტერფეისს, JDBC აკავშირებს Java-სა და SQL Server-ს, Collection Framework მართავს მეხსიერებაში არსებულ მონაცემთა სტრუქტურებს, ხოლო SSMS მხარს უჭერს მონაცემთა ბაზის ადმინისტრირებას. ერთად ისინი ქმნიან ერთიან, წარმოებისთვის მზა დესკტოპ აპლიკაციას.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09071" y="3106489"/>
            <a:ext cx="3612207" cy="852339"/>
          </a:xfrm>
          <a:prstGeom prst="roundRect">
            <a:avLst>
              <a:gd name="adj" fmla="val 534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566" y="3261420"/>
            <a:ext cx="135657" cy="1084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61719" y="3216622"/>
            <a:ext cx="3151063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ეს პროექტი აჩვენებს, თუ როგორ შეიძლება კლასიკური Java ტექნოლოგიების გაერთიანება რეალური ბიზნეს-ინსტრუმენტის შესაქმნელად ვებ-ფრეიმვორკების გარეშე.</a:t>
            </a:r>
            <a:endParaRPr lang="en-US" sz="8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D44037-F556-A582-174D-F7D81504BB1A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0771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შეჯამება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88379" y="680665"/>
            <a:ext cx="435456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ძირითადი დასკვნები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322784"/>
            <a:ext cx="1147465" cy="709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379" y="2203624"/>
            <a:ext cx="206134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მყარი OOP საფუძველი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8379" y="2504033"/>
            <a:ext cx="260791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მემკვიდრეობა, ინკაფსულაცია და სუფთა კლასების დიზაინი კოდბეისს შენარჩუნებადსა და გაფართოებადს ხდის.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968" y="1322784"/>
            <a:ext cx="1147465" cy="7091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7968" y="2203624"/>
            <a:ext cx="2607990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რეალური მონაცემთა ბაზის ინტეგრაცია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67968" y="2722066"/>
            <a:ext cx="260799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JDBC-ის მეშვეობით SQL Server-თან პირდაპირი კავშირი უზრუნველყოფს მონაცემების მდგრად და საიმედო მართვას.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631" y="1322784"/>
            <a:ext cx="1147465" cy="7091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7631" y="2203624"/>
            <a:ext cx="215845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პრაქტიკული ბიზნეს აპი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7631" y="2504033"/>
            <a:ext cx="260791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კომპაქტური, თუმცა სრულად ფუნქციური სისტემა, რომელიც ფიტნეს კლუბებისთვის რეალურ საოპერაციო საჭიროებას წყვეტს.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97706" y="3916859"/>
            <a:ext cx="795791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ეს პროექტი აჩვენებს, რომ კარგად სტრუქტურირებულ JavaFX აპლიკაციას — OOP-ის, JDBC-ის და SQL Server-ის გაერთიანებით — შეუძლია სრულფასოვანი, წარმოებისთვის მზა წევრობის მართვის გადაწყვეტის მიწოდება.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88379" y="3762375"/>
            <a:ext cx="19050" cy="973336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D79C2-1988-2FC4-A2DC-070ECC3BAA6D}"/>
              </a:ext>
            </a:extLst>
          </p:cNvPr>
          <p:cNvSpPr/>
          <p:nvPr/>
        </p:nvSpPr>
        <p:spPr>
          <a:xfrm>
            <a:off x="7983940" y="4790364"/>
            <a:ext cx="1105469" cy="300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On-screen Show (16:9)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Inter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nina vardosanidze</cp:lastModifiedBy>
  <cp:revision>2</cp:revision>
  <dcterms:created xsi:type="dcterms:W3CDTF">2026-05-31T17:15:52Z</dcterms:created>
  <dcterms:modified xsi:type="dcterms:W3CDTF">2026-05-31T17:34:11Z</dcterms:modified>
</cp:coreProperties>
</file>